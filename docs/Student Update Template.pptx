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0FE8CD-9E82-1B95-2DB5-6789B9F39D0A}" v="226" dt="2025-09-05T19:22:36.2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Bi-Weekly Update Slide Template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dirty="0">
                <a:ea typeface="+mn-lt"/>
                <a:cs typeface="+mn-lt"/>
              </a:rPr>
              <a:t>[Project title]</a:t>
            </a:r>
            <a:endParaRPr lang="en-US" sz="1600" dirty="0"/>
          </a:p>
          <a:p>
            <a:r>
              <a:rPr lang="en-US" sz="1600" dirty="0">
                <a:ea typeface="+mn-lt"/>
                <a:cs typeface="+mn-lt"/>
              </a:rPr>
              <a:t>[Students' name]</a:t>
            </a:r>
          </a:p>
          <a:p>
            <a:r>
              <a:rPr lang="en-US" sz="1600" dirty="0">
                <a:ea typeface="+mn-lt"/>
                <a:cs typeface="+mn-lt"/>
              </a:rPr>
              <a:t>[One-line goal (keep consistent across all weeks – e.g., “Using RL to learn safe take-off and hover policies for </a:t>
            </a:r>
            <a:r>
              <a:rPr lang="en-US" sz="1600" dirty="0" err="1">
                <a:ea typeface="+mn-lt"/>
                <a:cs typeface="+mn-lt"/>
              </a:rPr>
              <a:t>Crazyflie</a:t>
            </a:r>
            <a:r>
              <a:rPr lang="en-US" sz="1600" dirty="0">
                <a:ea typeface="+mn-lt"/>
                <a:cs typeface="+mn-lt"/>
              </a:rPr>
              <a:t> drones”)]</a:t>
            </a:r>
          </a:p>
          <a:p>
            <a:r>
              <a:rPr lang="en-US" sz="1600" dirty="0"/>
              <a:t>[Robot / platform used (e.g., </a:t>
            </a:r>
            <a:r>
              <a:rPr lang="en-US" sz="1600" err="1"/>
              <a:t>Kinova</a:t>
            </a:r>
            <a:r>
              <a:rPr lang="en-US" sz="1600" dirty="0"/>
              <a:t> Gen3, </a:t>
            </a:r>
            <a:r>
              <a:rPr lang="en-US" sz="1600" err="1"/>
              <a:t>Crazyflie</a:t>
            </a:r>
            <a:r>
              <a:rPr lang="en-US" sz="1600" dirty="0"/>
              <a:t>, iRobot Create 3)]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66DDE-97A0-F174-A8A4-E12963D8F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03FD2-80DF-81A8-A04C-F6F100543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Reminder of what the project is about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Key RL method / approach being tested (e.g., TD-MPC2, Dreamer, PPO)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71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D3D4B-8BD1-EB0E-DD56-E0436F503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Progress Since Last Meeting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82180-C10B-EB1B-A748-FB8B614D4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What was done (bullet list, keep short but specific)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Results / findings (plots, images, demos – if available)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Challenges / issues encountered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583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8389E-42AF-197E-FE5D-47C3E0508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Plan for the Next Two Weeks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BCA94-D598-B981-F003-7AAB340C5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Goals (specific, measurable tasks – e.g., “Implement domain randomization for sim2real transfer”)</a:t>
            </a:r>
          </a:p>
          <a:p>
            <a:r>
              <a:rPr lang="en-US" dirty="0">
                <a:ea typeface="+mn-lt"/>
                <a:cs typeface="+mn-lt"/>
              </a:rPr>
              <a:t>Dependencies (what’s needed: compute, code reviews, hardware time, supervisor feedback)</a:t>
            </a:r>
          </a:p>
        </p:txBody>
      </p:sp>
    </p:spTree>
    <p:extLst>
      <p:ext uri="{BB962C8B-B14F-4D97-AF65-F5344CB8AC3E}">
        <p14:creationId xmlns:p14="http://schemas.microsoft.com/office/powerpoint/2010/main" val="790373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450BF-9FA2-CC55-7986-5F9E9C051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Roadmap Checkpoint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A956D-838B-D505-3175-517140B7A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r>
              <a:rPr lang="en-US" dirty="0">
                <a:ea typeface="+mn-lt"/>
                <a:cs typeface="+mn-lt"/>
              </a:rPr>
              <a:t>Timeline view (simple bar or bullets):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Week X: Current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Week X+2: Next milestone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Final deadline: Deliverables (e.g., report, demo, paper draft)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Note shifts in schedule here so I can track drift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4151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67CCA-50F0-249F-CDED-7FCF4A54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Discussion Points / Questions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6E9F5-ED72-2568-4312-4308791C7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Items needing feedback (e.g., “Should I prioritize model-based vs model-free baselines?”)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Decisions to confirm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Any risks to project success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349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2ADA2-7CA6-4EB9-5E81-890648394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Log Snapshot (Cumulative)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151B0-7134-209C-D2D0-118570AF0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Table format (carried forward each week):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(This slide makes it easy to see continuity at a glance)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927AFB7-4ADB-4633-A96C-198E8C7F44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191126"/>
              </p:ext>
            </p:extLst>
          </p:nvPr>
        </p:nvGraphicFramePr>
        <p:xfrm>
          <a:off x="1445953" y="2569648"/>
          <a:ext cx="8168640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3853564833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1905788498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1668872276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27396105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/>
                        <a:t>Date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FFFFFF"/>
                          </a:solidFill>
                          <a:latin typeface="Aptos"/>
                        </a:rPr>
                        <a:t>Progress  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FFFFFF"/>
                          </a:solidFill>
                          <a:latin typeface="Aptos"/>
                        </a:rPr>
                        <a:t>Next Steps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FFFFFF"/>
                          </a:solidFill>
                          <a:latin typeface="Aptos"/>
                        </a:rPr>
                        <a:t>Notes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21871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Sept.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Set up </a:t>
                      </a:r>
                      <a:r>
                        <a:rPr lang="en-US" dirty="0" err="1"/>
                        <a:t>MuJoCo</a:t>
                      </a:r>
                      <a:r>
                        <a:rPr lang="en-US" dirty="0"/>
                        <a:t> sim; baseline PPO training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Test SAC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Struggled with CUDA errors</a:t>
                      </a:r>
                    </a:p>
                    <a:p>
                      <a:pPr lvl="0">
                        <a:buNone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70602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Sept.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SAC implemented, initial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Add domain randomization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Aptos"/>
                        </a:rPr>
                        <a:t>Need drone lab slot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4538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64586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8491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Bi-Weekly Update Slide Template</vt:lpstr>
      <vt:lpstr>Progress Recap</vt:lpstr>
      <vt:lpstr>Progress Since Last Meeting </vt:lpstr>
      <vt:lpstr>Plan for the Next Two Weeks</vt:lpstr>
      <vt:lpstr>Roadmap Checkpoint</vt:lpstr>
      <vt:lpstr>Discussion Points / Questions </vt:lpstr>
      <vt:lpstr>Log Snapshot (Cumulative)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67</cp:revision>
  <dcterms:created xsi:type="dcterms:W3CDTF">2025-09-05T19:05:32Z</dcterms:created>
  <dcterms:modified xsi:type="dcterms:W3CDTF">2025-09-05T19:24:55Z</dcterms:modified>
</cp:coreProperties>
</file>