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7FC5A3-578D-474B-92D9-715727D1A834}">
  <a:tblStyle styleId="{C37FC5A3-578D-474B-92D9-715727D1A834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f6ec32fba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7f6ec32fba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f6ec32fba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7f6ec32fba_2_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f6ec32fba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7f6ec32fba_2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f6ec32f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f6ec32f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f6ec32fba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7f6ec32fba_2_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f6ec32fba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7f6ec32fba_2_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f6ec32fba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7f6ec32fba_2_1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f6ec32fba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7f6ec32fba_2_1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/>
              <a:t>MIRL LAB Honours Project Bi-Weekly Update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961950" y="2701524"/>
            <a:ext cx="72201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" sz="1700"/>
              <a:t>MARL Crazyflie</a:t>
            </a:r>
            <a:endParaRPr sz="170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" sz="1700"/>
              <a:t>Michael O’Sullivan, Aydin Yalcinkaya</a:t>
            </a:r>
            <a:endParaRPr sz="170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" sz="1700"/>
              <a:t>Using MARL to learn safe take-off and hover policies for Crazyflie drones</a:t>
            </a:r>
            <a:endParaRPr sz="170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" sz="1700"/>
              <a:t>CrazyFlie, MuJuCo, Gymnasium, PyTorch</a:t>
            </a:r>
            <a:endParaRPr sz="170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Progress Recap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/>
              <a:t>Goal: Implementing MARL algorithms for safe hovering and navigation on Crazyflie drones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/>
              <a:t>Progress</a:t>
            </a:r>
            <a:endParaRPr/>
          </a:p>
          <a:p>
            <a:pPr indent="-222250" lvl="1" marL="520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"/>
              <a:t>Base environment for training a single drone to hover at a target</a:t>
            </a:r>
            <a:endParaRPr/>
          </a:p>
          <a:p>
            <a:pPr indent="-222250" lvl="1" marL="520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"/>
              <a:t>Single agent PPO-Clip </a:t>
            </a:r>
            <a:r>
              <a:rPr lang="en"/>
              <a:t>applied to the target hover environment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Progress Since Last Meeting 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Gymnasium environment set up for a basic hover task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MuJoCo simulation that renders the drone and target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PPO-Clip </a:t>
            </a:r>
            <a:r>
              <a:rPr lang="en"/>
              <a:t>applied to a single drone for the hover task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Results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Semi-successful policy resulting in imperfect hover behaviour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Challenges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Tuning the environment and/or policy to optimize reward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→ Minimize oscillation about the target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Inconsistent convergence on behaviour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sometimes learns to oscillate target, stay on ground, or fly high up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8" title="drone-1.png"/>
          <p:cNvPicPr preferRelativeResize="0"/>
          <p:nvPr/>
        </p:nvPicPr>
        <p:blipFill rotWithShape="1">
          <a:blip r:embed="rId3">
            <a:alphaModFix/>
          </a:blip>
          <a:srcRect b="0" l="27811" r="27561" t="0"/>
          <a:stretch/>
        </p:blipFill>
        <p:spPr>
          <a:xfrm>
            <a:off x="0" y="-30125"/>
            <a:ext cx="2252824" cy="330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8" title="drone-2.png"/>
          <p:cNvPicPr preferRelativeResize="0"/>
          <p:nvPr/>
        </p:nvPicPr>
        <p:blipFill rotWithShape="1">
          <a:blip r:embed="rId4">
            <a:alphaModFix/>
          </a:blip>
          <a:srcRect b="0" l="28342" r="27722" t="0"/>
          <a:stretch/>
        </p:blipFill>
        <p:spPr>
          <a:xfrm>
            <a:off x="2307675" y="-31425"/>
            <a:ext cx="2252824" cy="330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8"/>
          <p:cNvSpPr txBox="1"/>
          <p:nvPr/>
        </p:nvSpPr>
        <p:spPr>
          <a:xfrm>
            <a:off x="390750" y="4106625"/>
            <a:ext cx="83625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Current Goal: Hovering towards a target at [0, 0, 1] (thrust only)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Result: Oscillation about target (or gets stuck on ground / flies high)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150" name="Google Shape;150;p28" title="drone-fail-1.png"/>
          <p:cNvPicPr preferRelativeResize="0"/>
          <p:nvPr/>
        </p:nvPicPr>
        <p:blipFill rotWithShape="1">
          <a:blip r:embed="rId5">
            <a:alphaModFix/>
          </a:blip>
          <a:srcRect b="0" l="29186" r="28817" t="0"/>
          <a:stretch/>
        </p:blipFill>
        <p:spPr>
          <a:xfrm>
            <a:off x="4642775" y="-31425"/>
            <a:ext cx="2166124" cy="330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8" title="Screenshot 2025-09-15 at 3.18.04 PM.png"/>
          <p:cNvPicPr preferRelativeResize="0"/>
          <p:nvPr/>
        </p:nvPicPr>
        <p:blipFill rotWithShape="1">
          <a:blip r:embed="rId6">
            <a:alphaModFix/>
          </a:blip>
          <a:srcRect b="0" l="27498" r="28694" t="0"/>
          <a:stretch/>
        </p:blipFill>
        <p:spPr>
          <a:xfrm>
            <a:off x="6891175" y="-52200"/>
            <a:ext cx="2252826" cy="332647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8"/>
          <p:cNvSpPr txBox="1"/>
          <p:nvPr/>
        </p:nvSpPr>
        <p:spPr>
          <a:xfrm>
            <a:off x="516250" y="3433375"/>
            <a:ext cx="12522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 = 1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53" name="Google Shape;153;p28"/>
          <p:cNvSpPr txBox="1"/>
          <p:nvPr/>
        </p:nvSpPr>
        <p:spPr>
          <a:xfrm>
            <a:off x="2808000" y="3433375"/>
            <a:ext cx="12522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 = 2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54" name="Google Shape;154;p28"/>
          <p:cNvSpPr txBox="1"/>
          <p:nvPr/>
        </p:nvSpPr>
        <p:spPr>
          <a:xfrm>
            <a:off x="5099738" y="3433363"/>
            <a:ext cx="12522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 = 3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55" name="Google Shape;155;p28"/>
          <p:cNvSpPr txBox="1"/>
          <p:nvPr/>
        </p:nvSpPr>
        <p:spPr>
          <a:xfrm>
            <a:off x="7391488" y="3433363"/>
            <a:ext cx="12522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 = 4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Plan for the Next Two Weeks</a:t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/>
              <a:t>Goals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Learn a single drone to hover at a target in any [X, Y, Z]</a:t>
            </a:r>
            <a:endParaRPr/>
          </a:p>
          <a:p>
            <a:pPr indent="-177800" lvl="2" marL="863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Perhaps hover at target T, then return to starting position and land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Learn about MAPPO theory and implementation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/>
              <a:t>Dependencies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Researching / </a:t>
            </a:r>
            <a:r>
              <a:rPr lang="en"/>
              <a:t>testing</a:t>
            </a:r>
            <a:r>
              <a:rPr lang="en"/>
              <a:t> the parameters and current setup</a:t>
            </a:r>
            <a:endParaRPr/>
          </a:p>
          <a:p>
            <a:pPr indent="-177800" lvl="2" marL="863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Need consistent behaviour convergence</a:t>
            </a:r>
            <a:endParaRPr/>
          </a:p>
          <a:p>
            <a:pPr indent="-177800" lvl="2" marL="863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Need reduced oscillation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Roadmap Checkpoint</a:t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Week 2: Imperfect single agent hovering at target on Z axis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Week 4: Next milestone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Final deadline: Deliverables (e.g., report, demo, paper draft)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Note shifts in schedule here so I can track drift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Discussion Points / Questions </a:t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628650" y="1171425"/>
            <a:ext cx="7886700" cy="3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875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/>
              <a:t>General feedback on the current setup (</a:t>
            </a:r>
            <a:r>
              <a:rPr lang="en" sz="1900"/>
              <a:t>Main issue: Target Oscillation</a:t>
            </a:r>
            <a:r>
              <a:rPr lang="en" sz="1900"/>
              <a:t>)</a:t>
            </a:r>
            <a:endParaRPr sz="1900"/>
          </a:p>
          <a:p>
            <a:pPr indent="-177800" lvl="1" marL="520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Environment → Pure RL control (e.g. no thrust baseline)</a:t>
            </a:r>
            <a:endParaRPr/>
          </a:p>
          <a:p>
            <a:pPr indent="-177800" lvl="2" marL="86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During training, drone initialized to random position on Z-axis [0, 0, Z]</a:t>
            </a:r>
            <a:endParaRPr/>
          </a:p>
          <a:p>
            <a:pPr indent="-177800" lvl="2" marL="86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Reward based on distance improvement (reward += old distance - new distance)</a:t>
            </a:r>
            <a:endParaRPr/>
          </a:p>
          <a:p>
            <a:pPr indent="-177800" lvl="2" marL="86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Episode termination based on N ~100 number of steps</a:t>
            </a:r>
            <a:endParaRPr/>
          </a:p>
          <a:p>
            <a:pPr indent="-177800" lvl="1" marL="520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PPO-Clip</a:t>
            </a:r>
            <a:endParaRPr/>
          </a:p>
          <a:p>
            <a:pPr indent="-177800" lvl="2" marL="86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Update policy every n ~1k steps, over N ~100k total timesteps</a:t>
            </a:r>
            <a:endParaRPr/>
          </a:p>
          <a:p>
            <a:pPr indent="-177800" lvl="2" marL="86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Anneal learning rate linearly (fine-tune the policy, encourage exploration at start)</a:t>
            </a:r>
            <a:endParaRPr/>
          </a:p>
          <a:p>
            <a:pPr indent="-177800" lvl="2" marL="86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Minibatches, KL-Divergence check, and Entropy bonus </a:t>
            </a:r>
            <a:endParaRPr/>
          </a:p>
          <a:p>
            <a:pPr indent="-177800" lvl="1" marL="520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Plan</a:t>
            </a:r>
            <a:endParaRPr/>
          </a:p>
          <a:p>
            <a:pPr indent="-177800" lvl="2" marL="86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Experiment with minor changes to the environment and/or policy</a:t>
            </a:r>
            <a:endParaRPr/>
          </a:p>
          <a:p>
            <a:pPr indent="-177800" lvl="3" marL="1206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 am working on a script to test different values across PPO / env parameters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Log Snapshot (Cumulative)</a:t>
            </a:r>
            <a:endParaRPr/>
          </a:p>
        </p:txBody>
      </p:sp>
      <p:graphicFrame>
        <p:nvGraphicFramePr>
          <p:cNvPr id="179" name="Google Shape;179;p32"/>
          <p:cNvGraphicFramePr/>
          <p:nvPr/>
        </p:nvGraphicFramePr>
        <p:xfrm>
          <a:off x="1084465" y="19272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{C37FC5A3-578D-474B-92D9-715727D1A834}</a:tableStyleId>
              </a:tblPr>
              <a:tblGrid>
                <a:gridCol w="1531600"/>
                <a:gridCol w="1531600"/>
                <a:gridCol w="1531600"/>
                <a:gridCol w="15316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Date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Progress  Summary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Next Steps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Notes</a:t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Sept. 1</a:t>
                      </a:r>
                      <a:r>
                        <a:rPr lang="en"/>
                        <a:t>6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Set up MuJoCo sim; baseline PPO-Clip training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Refine current setup, explore MAPPO theory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latin typeface="Arial"/>
                          <a:ea typeface="Arial"/>
                          <a:cs typeface="Arial"/>
                          <a:sym typeface="Arial"/>
                        </a:rPr>
                        <a:t>Policy / env is current imperfect / inconsistent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Sept. 30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